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Properties of the Fourier Transform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the video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Reminder: Definition of Fourier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Given a signal x(t), its Fourier Transform is:</a:t>
            </a:r>
          </a:p>
          <a:p>
            <a:pPr/>
            <a:r>
              <a:rPr sz="2200"/>
              <a:t>X(ω) = ∫_{-∞}^{∞} x(t) e^{-jωt} dt</a:t>
            </a:r>
          </a:p>
          <a:p>
            <a:pPr/>
          </a:p>
          <a:p>
            <a:pPr/>
            <a:r>
              <a:rPr sz="2200"/>
              <a:t>Inverse Fourier Transform:</a:t>
            </a:r>
          </a:p>
          <a:p>
            <a:pPr/>
            <a:r>
              <a:rPr sz="2200"/>
              <a:t>x(t) = (1/2π) ∫_{-∞}^{∞} X(ω) e^{+jωt} dω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Properties We Will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1) Linearity</a:t>
            </a:r>
          </a:p>
          <a:p>
            <a:pPr/>
            <a:r>
              <a:rPr sz="2400"/>
              <a:t>2) Time Shift (shifted signals)</a:t>
            </a:r>
          </a:p>
          <a:p>
            <a:pPr/>
            <a:r>
              <a:rPr sz="2400"/>
              <a:t>3) Modulation / Frequency Shift</a:t>
            </a:r>
          </a:p>
          <a:p>
            <a:pPr/>
            <a:r>
              <a:rPr sz="2400"/>
              <a:t>4) Convolution</a:t>
            </a:r>
          </a:p>
          <a:p>
            <a:pPr/>
            <a:r>
              <a:rPr sz="2400"/>
              <a:t>5) Derivative (and N-th derivative)</a:t>
            </a:r>
          </a:p>
          <a:p>
            <a:pPr/>
            <a:r>
              <a:rPr sz="2400"/>
              <a:t>6) Duality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1: Linearity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If we have a linear combination of signals:</a:t>
            </a:r>
          </a:p>
          <a:p>
            <a:pPr/>
            <a:r>
              <a:rPr sz="2200"/>
              <a:t>α₁ x₁(t) + α₂ x₂(t)</a:t>
            </a:r>
          </a:p>
          <a:p>
            <a:pPr/>
          </a:p>
          <a:p>
            <a:pPr/>
            <a:r>
              <a:rPr sz="2200"/>
              <a:t>Then the Fourier Transform is the same combination:</a:t>
            </a:r>
          </a:p>
          <a:p>
            <a:pPr/>
            <a:r>
              <a:rPr sz="2200"/>
              <a:t>α₁ X₁(ω) + α₂ X₂(ω)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Linearity (as in the video)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F{α₁x₁(t) + α₂x₂(t)}</a:t>
            </a:r>
          </a:p>
          <a:p>
            <a:pPr/>
            <a:r>
              <a:rPr sz="2000"/>
              <a:t>= ∫_{-∞}^{∞} [α₁x₁(t) + α₂x₂(t)] e^{-jωt} dt</a:t>
            </a:r>
          </a:p>
          <a:p>
            <a:pPr/>
          </a:p>
          <a:p>
            <a:pPr/>
            <a:r>
              <a:rPr sz="2000"/>
              <a:t>Use linearity of the integral:</a:t>
            </a:r>
          </a:p>
          <a:p>
            <a:pPr/>
            <a:r>
              <a:rPr sz="2000"/>
              <a:t>= α₁ ∫ x₁(t)e^{-jωt} dt  +  α₂ ∫ x₂(t)e^{-jωt} dt</a:t>
            </a:r>
          </a:p>
          <a:p>
            <a:pPr/>
          </a:p>
          <a:p>
            <a:pPr/>
            <a:r>
              <a:rPr sz="2000"/>
              <a:t>Recognize transforms:</a:t>
            </a:r>
          </a:p>
          <a:p>
            <a:pPr/>
            <a:r>
              <a:rPr sz="2000"/>
              <a:t>= α₁ X₁(ω) + α₂ X₂(ω)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2: Time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Consider a shifted signal:</a:t>
            </a:r>
          </a:p>
          <a:p>
            <a:pPr/>
            <a:r>
              <a:rPr sz="2200"/>
              <a:t>x(t - t₀)</a:t>
            </a:r>
          </a:p>
          <a:p>
            <a:pPr/>
          </a:p>
          <a:p>
            <a:pPr/>
            <a:r>
              <a:rPr sz="2200"/>
              <a:t>Fourier Transform becomes:</a:t>
            </a:r>
          </a:p>
          <a:p>
            <a:pPr/>
            <a:r>
              <a:rPr sz="2200"/>
              <a:t>F{x(t - t₀)} = e^{-jωt₀} X(ω)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Time Shift (as in the video)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F{x(t - t₀)} = ∫ x(t - t₀) e^{-jωt} dt</a:t>
            </a:r>
          </a:p>
          <a:p>
            <a:pPr/>
          </a:p>
          <a:p>
            <a:pPr/>
            <a:r>
              <a:rPr sz="1900"/>
              <a:t>Rewrite exponential:</a:t>
            </a:r>
          </a:p>
          <a:p>
            <a:pPr/>
            <a:r>
              <a:rPr sz="1900"/>
              <a:t>e^{-jωt} = e^{-jω(t - t₀)} e^{-jωt₀}</a:t>
            </a:r>
          </a:p>
          <a:p>
            <a:pPr/>
          </a:p>
          <a:p>
            <a:pPr/>
            <a:r>
              <a:rPr sz="1900"/>
              <a:t>Bring constant outside:</a:t>
            </a:r>
          </a:p>
          <a:p>
            <a:pPr/>
            <a:r>
              <a:rPr sz="1900"/>
              <a:t>= e^{-jωt₀} ∫ x(t - t₀) e^{-jω(t - t₀)} dt</a:t>
            </a:r>
          </a:p>
          <a:p>
            <a:pPr/>
          </a:p>
          <a:p>
            <a:pPr/>
            <a:r>
              <a:rPr sz="1900"/>
              <a:t>Change variable τ = t - t₀, dτ = dt:</a:t>
            </a:r>
          </a:p>
          <a:p>
            <a:pPr/>
            <a:r>
              <a:rPr sz="1900"/>
              <a:t>= e^{-jωt₀} ∫ x(τ) e^{-jωτ} dτ</a:t>
            </a:r>
          </a:p>
          <a:p>
            <a:pPr/>
          </a:p>
          <a:p>
            <a:pPr/>
            <a:r>
              <a:rPr sz="1900"/>
              <a:t>Recognize transform:</a:t>
            </a:r>
          </a:p>
          <a:p>
            <a:pPr/>
            <a:r>
              <a:rPr sz="1900"/>
              <a:t>= e^{-jωt₀} X(ω)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3: Modulation / Frequency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If a signal is multiplied by a complex exponential:</a:t>
            </a:r>
          </a:p>
          <a:p>
            <a:pPr/>
            <a:r>
              <a:rPr sz="2200"/>
              <a:t>e^{jω₀t} x(t)</a:t>
            </a:r>
          </a:p>
          <a:p>
            <a:pPr/>
          </a:p>
          <a:p>
            <a:pPr/>
            <a:r>
              <a:rPr sz="2200"/>
              <a:t>Then its spectrum shifts:</a:t>
            </a:r>
          </a:p>
          <a:p>
            <a:pPr/>
            <a:r>
              <a:rPr sz="2200"/>
              <a:t>F{e^{jω₀t} x(t)} = X(ω - ω₀)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4: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If two signals are convolved in time:</a:t>
            </a:r>
          </a:p>
          <a:p>
            <a:pPr/>
            <a:r>
              <a:rPr sz="2200"/>
              <a:t>x(t) * y(t)</a:t>
            </a:r>
          </a:p>
          <a:p>
            <a:pPr/>
          </a:p>
          <a:p>
            <a:pPr/>
            <a:r>
              <a:rPr sz="2200"/>
              <a:t>Then in frequency we get multiplication:</a:t>
            </a:r>
          </a:p>
          <a:p>
            <a:pPr/>
            <a:r>
              <a:rPr sz="2200"/>
              <a:t>F{x(t) * y(t)} = X(ω) Y(ω)</a:t>
            </a:r>
          </a:p>
          <a:p>
            <a:pPr/>
          </a:p>
          <a:p>
            <a:pPr/>
            <a:r>
              <a:rPr sz="2200"/>
              <a:t>This is one of the most important properties.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5: Derivative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First derivative:</a:t>
            </a:r>
          </a:p>
          <a:p>
            <a:pPr/>
            <a:r>
              <a:rPr sz="2200"/>
              <a:t>F{dx(t)/dt} = jω X(ω)</a:t>
            </a:r>
          </a:p>
          <a:p>
            <a:pPr/>
          </a:p>
          <a:p>
            <a:pPr/>
            <a:r>
              <a:rPr sz="2200"/>
              <a:t>General N-th derivative:</a:t>
            </a:r>
          </a:p>
          <a:p>
            <a:pPr/>
            <a:r>
              <a:rPr sz="2200"/>
              <a:t>F{dⁿx(t)/dtⁿ} = (jω)ⁿ X(ω)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6: Duality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If we have a transform pair:</a:t>
            </a:r>
          </a:p>
          <a:p>
            <a:pPr/>
            <a:r>
              <a:rPr sz="2200"/>
              <a:t>x(t) ↔ X(ω)</a:t>
            </a:r>
          </a:p>
          <a:p>
            <a:pPr/>
          </a:p>
          <a:p>
            <a:pPr/>
            <a:r>
              <a:rPr sz="2200"/>
              <a:t>Then we get another pair for free:</a:t>
            </a:r>
          </a:p>
          <a:p>
            <a:pPr/>
            <a:r>
              <a:rPr sz="2200"/>
              <a:t>X(t) ↔ 2π x(-ω)</a:t>
            </a:r>
          </a:p>
          <a:p>
            <a:pPr/>
          </a:p>
          <a:p>
            <a:pPr/>
            <a:r>
              <a:rPr sz="2200"/>
              <a:t>Knowing one pair gives you another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These are the key Fourier Transform properties you need to master.</a:t>
            </a:r>
          </a:p>
          <a:p>
            <a:pPr/>
            <a:r>
              <a:rPr sz="2400"/>
              <a:t>Their proofs are straightforward applications of integral properties.</a:t>
            </a:r>
          </a:p>
          <a:p>
            <a:pPr/>
            <a:r>
              <a:rPr sz="2400"/>
              <a:t>Practice proving them to become familiar with the Fourier integral.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